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8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81D8-E53F-C31F-C205-9B011ABBA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CFB18-ECEE-8AD7-7D92-C15A015B7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553C4-A3CF-DDFF-CBFC-52431DBD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86EC9-BD96-6B9C-6765-1225AC82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9754C-6F7F-008F-537D-657BB0C8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7021-9BF0-C57A-A00E-EB670A86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925D-D44D-C7B7-3232-56C0A6DCE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60860-6D64-32EC-BC1E-E2634C99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EFB6-40BE-4E95-5671-79E01F7A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BF99B-9C7C-AF44-4ABF-F704EBC7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3697-FF8B-3253-7A27-28005F12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D157F-CD09-7110-36CC-4E05C691C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00478-7A82-3D66-69CB-3BFA287D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0375E-BC8F-2B5B-0762-F904719C3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8B019-974E-A882-B2C3-15AD8D22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6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6747-C637-795D-FEF1-3AC0677C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78309-A5A7-884A-26F8-21282F74F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96973-1F1E-A935-A4EB-73A571B81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80D0F-9C2B-2F54-5203-6BC99C73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A4809-9B61-53D2-C77C-E6EA0FEE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6292D-C3CB-6BDD-B1AE-FB671EC6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0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FD37-D6B6-FD6D-79AA-3AB41D09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BBEF0-FEAB-B3F0-D276-0AEE168E2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2A969-AD3C-AA5C-DB59-9DCFF6B70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07E4A-5050-4A05-DCC2-54EB89CE5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6DECA-F9C5-8321-EB9C-C2A9DEDC1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6B836-23C6-E416-C239-C67B2B5B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1E554-BEF1-11B8-2321-861B4F6E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46946-67AE-4C01-0D7E-F6035B3B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9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A09B-BB02-A9A5-8E55-A1415C82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8C7B9-4B59-4C74-A486-2495FDE4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D4232-9E51-C43E-AEB9-ED0F8198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A07E2-A230-DDA4-1FF9-2E50AC46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0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DE04A-253B-DB92-A553-306F9C27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C39F5-D2A7-3066-74EB-1879F88C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67978-2A76-8AB0-C608-3933FC842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4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A6FE-0AD7-1D3B-800D-CFC97CA6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9FF6-B49D-D97F-0782-526AA5CC9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FADD3-B0EE-5CDB-40E9-E8298D4BD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15765-8625-172A-0F95-498D03DD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4B804-B6E1-57AB-BB9E-14B7FC85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E5E9E-59F0-0DAB-D09C-52CE5376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5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6EE5-A072-8DD3-365F-05135816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3982C-F6B8-30FC-00E9-06AA99C53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CCAAB-08BB-021E-75F5-05C7A7993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07D62-8CA3-8A46-5E74-FDD9015D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E46D6-DF83-451F-C55D-03854667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FA819-ADE5-8C45-32EC-24AC61C9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1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EE42-3401-5DF1-379C-EAC2B5E0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A978C-F450-B3D2-2EE9-B94510554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24A42-A456-2626-860E-4FFF7F03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7076B-EF3E-5F1B-2D04-44C12301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93310-0767-95D6-7D30-F2A4E1D1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3AE8F-0AEC-95AF-7DB9-C51C3394F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0D5B4-2637-FED0-0FCF-78CA5682C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32B1-6AD7-1494-B2AD-626903C6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74421-E210-0EC9-C0D7-FDE6449A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8C78-1059-25CB-F3AC-A8536E1F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7BA08-0CC7-8A73-D62D-7E44D9CB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5B5FA-52EC-D9D3-2496-1BCCD4CA2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4C9F5-7EB8-BA77-3FBC-36FF54465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25EB1-F1DB-4C20-B06F-F726FE5F431D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1625F-1356-A782-13BF-661705265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E50A4-0DA2-0FD2-7EB7-09B7BF16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150AB-3656-494E-B7CC-6CE5F631E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8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25E92BE-DDDE-FEE5-BCB2-453B630E6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2" t="6525" r="24202" b="12057"/>
          <a:stretch/>
        </p:blipFill>
        <p:spPr>
          <a:xfrm>
            <a:off x="505839" y="505839"/>
            <a:ext cx="7140101" cy="533648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EE7E673-03B3-22E1-AAAB-8677D67CC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1" t="6559" r="72694" b="76454"/>
          <a:stretch/>
        </p:blipFill>
        <p:spPr>
          <a:xfrm>
            <a:off x="7645941" y="505839"/>
            <a:ext cx="3124582" cy="2340722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E99F322-0B20-891B-FA6B-8F9D374CB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2" t="6545" r="73040" b="72285"/>
          <a:stretch/>
        </p:blipFill>
        <p:spPr>
          <a:xfrm>
            <a:off x="7645940" y="2846561"/>
            <a:ext cx="3124583" cy="29957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ED8920-A1E2-3B6F-90F0-858126807423}"/>
              </a:ext>
            </a:extLst>
          </p:cNvPr>
          <p:cNvSpPr/>
          <p:nvPr/>
        </p:nvSpPr>
        <p:spPr>
          <a:xfrm>
            <a:off x="547993" y="1566153"/>
            <a:ext cx="5356696" cy="2193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7D3AC4-F058-9F7E-4049-C49051396225}"/>
              </a:ext>
            </a:extLst>
          </p:cNvPr>
          <p:cNvSpPr/>
          <p:nvPr/>
        </p:nvSpPr>
        <p:spPr>
          <a:xfrm>
            <a:off x="547992" y="4202350"/>
            <a:ext cx="6241914" cy="11965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D49E4A-093F-D749-42D9-AD5416C5D1B7}"/>
              </a:ext>
            </a:extLst>
          </p:cNvPr>
          <p:cNvSpPr/>
          <p:nvPr/>
        </p:nvSpPr>
        <p:spPr>
          <a:xfrm>
            <a:off x="547992" y="5443055"/>
            <a:ext cx="6154365" cy="355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DCF0C-01BF-D044-37CD-238A547D6C44}"/>
              </a:ext>
            </a:extLst>
          </p:cNvPr>
          <p:cNvSpPr/>
          <p:nvPr/>
        </p:nvSpPr>
        <p:spPr>
          <a:xfrm>
            <a:off x="5976028" y="977630"/>
            <a:ext cx="1582364" cy="153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47FB5C-A6AB-5833-D36D-20CCE81785C8}"/>
              </a:ext>
            </a:extLst>
          </p:cNvPr>
          <p:cNvSpPr/>
          <p:nvPr/>
        </p:nvSpPr>
        <p:spPr>
          <a:xfrm>
            <a:off x="5979268" y="2589990"/>
            <a:ext cx="1582364" cy="1532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B7F662-6F4B-C7F8-DFB1-364CE7150817}"/>
              </a:ext>
            </a:extLst>
          </p:cNvPr>
          <p:cNvSpPr/>
          <p:nvPr/>
        </p:nvSpPr>
        <p:spPr>
          <a:xfrm>
            <a:off x="7791855" y="1371600"/>
            <a:ext cx="1750980" cy="3696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AF65BB-41EC-02A8-452B-8DD1BF3BABE5}"/>
              </a:ext>
            </a:extLst>
          </p:cNvPr>
          <p:cNvSpPr/>
          <p:nvPr/>
        </p:nvSpPr>
        <p:spPr>
          <a:xfrm>
            <a:off x="8190689" y="3767046"/>
            <a:ext cx="2159541" cy="314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6C5699-35EF-C89F-8452-4968741D225E}"/>
              </a:ext>
            </a:extLst>
          </p:cNvPr>
          <p:cNvSpPr/>
          <p:nvPr/>
        </p:nvSpPr>
        <p:spPr>
          <a:xfrm>
            <a:off x="8190689" y="4186977"/>
            <a:ext cx="2159541" cy="314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091EF9-B7AB-1C8C-92F7-BCD29BD47893}"/>
              </a:ext>
            </a:extLst>
          </p:cNvPr>
          <p:cNvSpPr/>
          <p:nvPr/>
        </p:nvSpPr>
        <p:spPr>
          <a:xfrm>
            <a:off x="8190689" y="4594718"/>
            <a:ext cx="2159541" cy="314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EDCFE9-2682-C46D-EA5F-6C8450E790C3}"/>
              </a:ext>
            </a:extLst>
          </p:cNvPr>
          <p:cNvSpPr/>
          <p:nvPr/>
        </p:nvSpPr>
        <p:spPr>
          <a:xfrm>
            <a:off x="8190689" y="5021915"/>
            <a:ext cx="2159541" cy="314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ABE1A8-D0D7-F1C2-3FF6-7419B9D3706B}"/>
              </a:ext>
            </a:extLst>
          </p:cNvPr>
          <p:cNvSpPr/>
          <p:nvPr/>
        </p:nvSpPr>
        <p:spPr>
          <a:xfrm>
            <a:off x="6837775" y="5100637"/>
            <a:ext cx="706026" cy="169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DC89BD-CC6B-C925-D7E4-FF5AE2913A43}"/>
              </a:ext>
            </a:extLst>
          </p:cNvPr>
          <p:cNvSpPr/>
          <p:nvPr/>
        </p:nvSpPr>
        <p:spPr>
          <a:xfrm>
            <a:off x="6840205" y="5331127"/>
            <a:ext cx="706026" cy="169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86FEB0-479A-7F00-5476-7E06856B30CB}"/>
              </a:ext>
            </a:extLst>
          </p:cNvPr>
          <p:cNvSpPr/>
          <p:nvPr/>
        </p:nvSpPr>
        <p:spPr>
          <a:xfrm>
            <a:off x="6837775" y="5562627"/>
            <a:ext cx="706026" cy="169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B61917-6C90-47F6-D663-F21543E3C274}"/>
              </a:ext>
            </a:extLst>
          </p:cNvPr>
          <p:cNvSpPr txBox="1"/>
          <p:nvPr/>
        </p:nvSpPr>
        <p:spPr>
          <a:xfrm>
            <a:off x="9542835" y="1321102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D643E6-EFE0-AC59-1D40-068DA5BF5A90}"/>
              </a:ext>
            </a:extLst>
          </p:cNvPr>
          <p:cNvSpPr txBox="1"/>
          <p:nvPr/>
        </p:nvSpPr>
        <p:spPr>
          <a:xfrm>
            <a:off x="547992" y="154119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0D01AE-0121-D800-44B4-8AC51EC1BE3B}"/>
              </a:ext>
            </a:extLst>
          </p:cNvPr>
          <p:cNvSpPr txBox="1"/>
          <p:nvPr/>
        </p:nvSpPr>
        <p:spPr>
          <a:xfrm>
            <a:off x="7235842" y="969221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718EF9-8AC5-698E-6F36-080D9376AD00}"/>
              </a:ext>
            </a:extLst>
          </p:cNvPr>
          <p:cNvSpPr txBox="1"/>
          <p:nvPr/>
        </p:nvSpPr>
        <p:spPr>
          <a:xfrm>
            <a:off x="7222879" y="2568937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7ADFF7-77DB-D508-68BF-01F42C3BA663}"/>
              </a:ext>
            </a:extLst>
          </p:cNvPr>
          <p:cNvSpPr txBox="1"/>
          <p:nvPr/>
        </p:nvSpPr>
        <p:spPr>
          <a:xfrm>
            <a:off x="184916" y="4120531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422E66-1554-5DD8-0005-59366E43DF21}"/>
              </a:ext>
            </a:extLst>
          </p:cNvPr>
          <p:cNvSpPr txBox="1"/>
          <p:nvPr/>
        </p:nvSpPr>
        <p:spPr>
          <a:xfrm>
            <a:off x="201921" y="5407563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B138B-5A2A-7957-E5EC-2A18B6D56624}"/>
              </a:ext>
            </a:extLst>
          </p:cNvPr>
          <p:cNvSpPr txBox="1"/>
          <p:nvPr/>
        </p:nvSpPr>
        <p:spPr>
          <a:xfrm>
            <a:off x="7606412" y="4931017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670D48-4EB8-3A18-9806-2A7A78961EF8}"/>
              </a:ext>
            </a:extLst>
          </p:cNvPr>
          <p:cNvSpPr txBox="1"/>
          <p:nvPr/>
        </p:nvSpPr>
        <p:spPr>
          <a:xfrm>
            <a:off x="7609485" y="521591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27485C-3DF9-ED02-247A-8E6A8B195778}"/>
              </a:ext>
            </a:extLst>
          </p:cNvPr>
          <p:cNvSpPr txBox="1"/>
          <p:nvPr/>
        </p:nvSpPr>
        <p:spPr>
          <a:xfrm>
            <a:off x="7609438" y="5484640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2896A3-DBA2-7DE9-A98F-8832D475E3A1}"/>
              </a:ext>
            </a:extLst>
          </p:cNvPr>
          <p:cNvSpPr txBox="1"/>
          <p:nvPr/>
        </p:nvSpPr>
        <p:spPr>
          <a:xfrm>
            <a:off x="10377180" y="3693333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10.1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7117B1-29AE-CEE6-F083-E172259AB832}"/>
              </a:ext>
            </a:extLst>
          </p:cNvPr>
          <p:cNvSpPr txBox="1"/>
          <p:nvPr/>
        </p:nvSpPr>
        <p:spPr>
          <a:xfrm>
            <a:off x="10385657" y="4120531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10.2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7C2FFF-E292-FD48-A0A9-35E6FEFA8FFA}"/>
              </a:ext>
            </a:extLst>
          </p:cNvPr>
          <p:cNvSpPr txBox="1"/>
          <p:nvPr/>
        </p:nvSpPr>
        <p:spPr>
          <a:xfrm>
            <a:off x="10385657" y="4520641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10.3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C23ED-C040-D93E-0BCD-6E3A4D82A87E}"/>
              </a:ext>
            </a:extLst>
          </p:cNvPr>
          <p:cNvSpPr txBox="1"/>
          <p:nvPr/>
        </p:nvSpPr>
        <p:spPr>
          <a:xfrm>
            <a:off x="10385657" y="4979034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10.4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96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Hebert</dc:creator>
  <cp:lastModifiedBy>Eric Hebert</cp:lastModifiedBy>
  <cp:revision>2</cp:revision>
  <dcterms:created xsi:type="dcterms:W3CDTF">2024-10-11T23:15:37Z</dcterms:created>
  <dcterms:modified xsi:type="dcterms:W3CDTF">2024-10-12T01:33:42Z</dcterms:modified>
</cp:coreProperties>
</file>